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build/media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914400" cy="969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D8"/>
                </a:solidFill>
              </a:rPr>
              <a:t>Greater Noida, Uttar Pradesh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C0D8"/>
                </a:solidFill>
              </a:rPr>
              <a:t>School of Computer Science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7C0D8"/>
                </a:solidFill>
              </a:rPr>
              <a:t>&amp; 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IT Helpdesk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663440" y="23317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4A63"/>
                </a:solidFill>
              </a:rPr>
              <a:t>Enterprise IT Ticket Management System for Steel Authority of India Limited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3440" y="3063240"/>
            <a:ext cx="2011680" cy="0"/>
          </a:xfrm>
          <a:prstGeom prst="line">
            <a:avLst/>
          </a:prstGeom>
          <a:noFill/>
          <a:ln w="31750">
            <a:solidFill>
              <a:srgbClr val="8A15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Student Name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088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</a:rPr>
              <a:t>MIHIT NANDA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6344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Enrollment / Roll No.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40880" y="3886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</a:rPr>
              <a:t>CS-2341238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634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Program &amp; Semester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40880" y="4343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</a:rPr>
              <a:t>7th Semester, Section 4CSE2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634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Organization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408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</a:rPr>
              <a:t>Steel Authority of India Limited (SAIL)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About SAIL &amp; the Problem Statement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Objectives &amp; Scope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System Architecture &amp; Database Design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RBAC &amp; Ticket Lifecycle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Screenshots — Login &amp; Admin Dashboard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468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Security Implementation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Testing, Deployment &amp; Challenges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4251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Learnings, Future Scope &amp; Conclusion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About SAIL &amp;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Organization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831"/>
                </a:solidFill>
              </a:rPr>
              <a:t>Steel Authority of India Limited (SAIL) is one of India's largest state-owned steel producers, operating multiple integrated plants and subsidiary units across the country. Its day-to-day operations rely heavily on internal IT infrastructure.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Internship Details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Duration: 1st June 2026 – 13th July 2026 (6 Weeks)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Mentor: Ms. Rajni Kapoor, GM (C&amp;IT), SAIL Corporate Office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Department: IT / Corporate Office, New Delhi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8A1538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3D9E1"/>
                </a:solidFill>
              </a:rPr>
              <a:t>IT support requests were handled through informal phone calls and emails, with no centralized system to track ticket status, enforce SLAs, or maintain an audit trail — resulting in: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374904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Delayed resolutions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Lack of accountability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No visibility into IT support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Objectives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47088"/>
            <a:ext cx="310896" cy="310896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9164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1"/>
                </a:solidFill>
              </a:rPr>
              <a:t>Design and develop a centralized, web-based IT helpdesk system for SAIL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596896"/>
            <a:ext cx="310896" cy="310896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441448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1"/>
                </a:solidFill>
              </a:rPr>
              <a:t>Implement secure RBAC across Employee, Agent, Admin, and Super Admin roles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346704"/>
            <a:ext cx="310896" cy="310896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191256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1"/>
                </a:solidFill>
              </a:rPr>
              <a:t>Automate SLA tracking via priority-based due-date computation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096512"/>
            <a:ext cx="310896" cy="310896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941064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1"/>
                </a:solidFill>
              </a:rPr>
              <a:t>Provide complete traceability through an audit trail &amp; ticket history log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846320"/>
            <a:ext cx="310896" cy="310896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690872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1"/>
                </a:solidFill>
              </a:rPr>
              <a:t>Integrate automated email notifications across the ticket lifecycle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596128"/>
            <a:ext cx="310896" cy="310896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544068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1"/>
                </a:solidFill>
              </a:rPr>
              <a:t>Build an administrative reporting &amp; analytics dashboard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React 18, Tailwind CSS,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Recharts, React Router v6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3A4A6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920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468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Node.js 18+, Express 4,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JWT, Multer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920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2468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Oracle Database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19c / 21c / XE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3A4A6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60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Auth &amp; Security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JWT + bcryptjs, rate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limiting, account lockout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4160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709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Nodemailer (SMTP)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4 template types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3A4A63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160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Logging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4709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Winston — full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DEE9"/>
                </a:solidFill>
              </a:rPr>
              <a:t>audit trail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Three-tier architecture separating presentation, business logic, and persistence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7EC"/>
                </a:solidFill>
              </a:rPr>
              <a:t>React SPA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4E7EC"/>
                </a:solidFill>
              </a:rPr>
              <a:t>Port 3000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03320" y="2770632"/>
            <a:ext cx="73152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219456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8A1538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7EC"/>
                </a:solidFill>
              </a:rPr>
              <a:t>Express REST 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4E7EC"/>
                </a:solidFill>
              </a:rPr>
              <a:t>Port 5000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60920" y="2770632"/>
            <a:ext cx="73152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219456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3A4A63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7EC"/>
                </a:solidFill>
              </a:rPr>
              <a:t>Oracle DB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4E7EC"/>
                </a:solidFill>
              </a:rPr>
              <a:t>Connection Pool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Request Pipeline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Axios client attaches JWT to every call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Helmet security headers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Rate limiting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JWT verification &amp; role extraction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Route-specific validation → business logic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Repository Layout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4805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sail-helpdesk/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   React + Tailwind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    Node.js + Express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   Oracle SQL scripts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       Architecture &amp; API docs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Database Design &amp; Access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Core Tables (10)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28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31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331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TICKET_REPLIES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37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TICKET_ATTACHMENTS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33756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337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40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4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840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TICKET_REF auto-generated via Oracle trigger (e.g., SAIL-1000); DUE_DATE auto-computed from priority-level SLA at insert time.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RBAC Matrix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30352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868680"/>
                <a:gridCol w="868680"/>
                <a:gridCol w="868680"/>
                <a:gridCol w="868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own tickets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all tickets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tickets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audit logs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Ticket Lifecycle &amp; Notifications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210312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FDB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468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68296" y="2377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05456" y="210312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8A1538"/>
          </a:solidFill>
          <a:ln/>
        </p:spPr>
      </p:sp>
      <p:sp>
        <p:nvSpPr>
          <p:cNvPr id="9" name="Text 7"/>
          <p:cNvSpPr/>
          <p:nvPr/>
        </p:nvSpPr>
        <p:spPr>
          <a:xfrm>
            <a:off x="2596896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FDB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96896" y="2468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Notified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97096" y="2377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34256" y="210312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425696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FDB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25696" y="2468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Progress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25896" y="2377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63056" y="210312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8A1538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FDB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2468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Reply Sent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54696" y="2377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91856" y="210312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083296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FDB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83296" y="2468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Resolved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83496" y="2377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20656" y="210312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8A1538"/>
          </a:solidFill>
          <a:ln/>
        </p:spPr>
      </p:sp>
      <p:sp>
        <p:nvSpPr>
          <p:cNvPr id="25" name="Text 23"/>
          <p:cNvSpPr/>
          <p:nvPr/>
        </p:nvSpPr>
        <p:spPr>
          <a:xfrm>
            <a:off x="9912096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FDB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12096" y="2468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Feedback (1–5★)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4A63"/>
                </a:solidFill>
              </a:rPr>
              <a:t>4 automated email templates: ticketCreated · ticketUpdated · ticketClosed · newReply — sent via Nodemailer at every stage, keeping the requester informed end-to-end.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System Screenshots</a:t>
            </a:r>
            <a:endParaRPr lang="en-US" sz="3000" dirty="0"/>
          </a:p>
        </p:txBody>
      </p:sp>
      <p:pic>
        <p:nvPicPr>
          <p:cNvPr id="4" name="Image 0" descr="/home/claude/build/media/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212080" cy="2487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9776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Login Portal — SAIL Employee ID authentication with masked password entry &amp; demo credentials panel</a:t>
            </a:r>
            <a:endParaRPr lang="en-US" sz="1200" dirty="0"/>
          </a:p>
        </p:txBody>
      </p:sp>
      <p:pic>
        <p:nvPicPr>
          <p:cNvPr id="6" name="Image 1" descr="/home/claude/build/media/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57800" cy="24597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397764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Admin Dashboard — SLA alert banner, live KPI widgets, and resolution-rate tracking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Security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385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86537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JWT auth, 8-hour token expiry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4590288" y="19385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19385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86537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Account lockout after 5 failed attempts (30-min cooldown)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0768" y="19385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14" name="Text 12"/>
          <p:cNvSpPr/>
          <p:nvPr/>
        </p:nvSpPr>
        <p:spPr>
          <a:xfrm>
            <a:off x="8430768" y="19385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0" y="186537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API rate limiting — 100 req/15min, 20 req/15min on login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4015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401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2841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Helmet.js secure HTTP headers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200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590288" y="34015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3401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32841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bcryptjs password hashing (10 salt rounds)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200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0768" y="34015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3401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0" y="332841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Server-side validation via express-validator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48646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864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79145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File upload MIME whitelist + 10 MB cap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0" y="4663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590288" y="48646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34" name="Text 32"/>
          <p:cNvSpPr/>
          <p:nvPr/>
        </p:nvSpPr>
        <p:spPr>
          <a:xfrm>
            <a:off x="4590288" y="4864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479145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RBAC at API route &amp; business-logic layers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0" y="4663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8430768" y="48646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38" name="Text 36"/>
          <p:cNvSpPr/>
          <p:nvPr/>
        </p:nvSpPr>
        <p:spPr>
          <a:xfrm>
            <a:off x="8430768" y="4864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69680" y="4791456"/>
            <a:ext cx="2788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</a:rPr>
              <a:t>Full audit logging to Oracle AUDIT_LOGS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Testing, Deployment &amp;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Testing &amp; Deployment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Seeded demo accounts across all 4 roles for evaluation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PM2 process management + Nginx/Apache SSL termination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</a:rPr>
              <a:t>Docker Compose config for backend, frontend &amp; Oracle XE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3A4A63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00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Challenges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0574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7EC"/>
                </a:solidFill>
              </a:rPr>
              <a:t>Cross-platform Oracle Instant Client configuration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7EC"/>
                </a:solidFill>
              </a:rPr>
              <a:t>SLA due-date computation tied to priority at creation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7EC"/>
                </a:solidFill>
              </a:rPr>
              <a:t>Field-level audit trail without write overhead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7EC"/>
                </a:solidFill>
              </a:rPr>
              <a:t>Multi-stage email workflow consistency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7EC"/>
                </a:solidFill>
              </a:rPr>
              <a:t>Balancing rate limiting/lockout with usability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</a:rPr>
              <a:t>Learnings, Future Scope &amp; Conclusion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Learning Outcomes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Full-stack React/Node/Oracle development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Auth, RBAC in a multi-role system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Secure coding &amp; audit logging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PM2, reverse proxy, Docker deployment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4340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17373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Mobile app / PWA for field staff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AI-assisted ticket triage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Chatbot self-service layer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AD/LDAP SSO integration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1"/>
                </a:solidFill>
              </a:rPr>
              <a:t>Multi-language support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138160" y="1325880"/>
            <a:ext cx="3520440" cy="480060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0" y="201168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7EC"/>
                </a:solidFill>
              </a:rPr>
              <a:t>The SAIL IT Helpdesk System replaces unstructured, untracked IT support with a centralized, secure, auditable platform — automating SLA enforcement and giving IT management full visibility into support performance.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media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836" y="1188720"/>
            <a:ext cx="1097280" cy="11612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7C0D8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C4"/>
                </a:solidFill>
              </a:rPr>
              <a:t>MIHIT NANDA  |  CS-2341238  |  B.Tech CSE (AI/ML)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5303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AC"/>
                </a:solidFill>
              </a:rPr>
              <a:t>SAIL IT Helpdesk System — Internship Presentation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2026-07-29T11:10:19Z</dcterms:created>
  <dcterms:modified xsi:type="dcterms:W3CDTF">2026-07-29T11:10:19Z</dcterms:modified>
</cp:coreProperties>
</file>